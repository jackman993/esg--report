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F0"/>
    <a:srgbClr val="F2FBEE"/>
    <a:srgbClr val="FFDDD2"/>
    <a:srgbClr val="F1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942"/>
  </p:normalViewPr>
  <p:slideViewPr>
    <p:cSldViewPr snapToGrid="0" snapToObjects="1">
      <p:cViewPr varScale="1">
        <p:scale>
          <a:sx n="74" d="100"/>
          <a:sy n="74" d="100"/>
        </p:scale>
        <p:origin x="104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F812A206-F29C-814E-ACE5-41289620B312}" type="datetimeFigureOut">
              <a:rPr lang="es-ES" smtClean="0"/>
              <a:pPr/>
              <a:t>11/12/2025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Quicksand" pitchFamily="2" charset="77"/>
              </a:defRPr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Quicksand" pitchFamily="2" charset="77"/>
              </a:defRPr>
            </a:lvl1pPr>
          </a:lstStyle>
          <a:p>
            <a:fld id="{3BDD395A-2196-A64B-B93A-4264BD267AB0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276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Quicksand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E7ADC-D275-8A43-8AC8-950C4DC4E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E78006-E0F4-5042-9C9F-9406861C22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 err="1"/>
              <a:t>casascascascascs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5AD26-6FAB-4645-BF21-C1C535AD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3F0551-C1CA-DC44-B292-3828D4D7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CAA3FA-0129-0A4A-BF10-CB8CE073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53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03EA-62AE-404C-AB92-DC34A999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10C46-F90A-D24B-A667-3BC4CE7E1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2C51C9-D576-B749-A39D-1203EE43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B9092-A57F-004B-9A36-240512AA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9E7C44-6812-6541-AAD8-C1289205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96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884A-4567-0E47-AFB3-12A5D831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5856D5-0C47-DA41-860B-A6184EFB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B4E0A-8E46-1846-91B9-906DB741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6CAA9C-4958-A841-8C16-D113AF79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DDBD18-6A3D-4044-9BAE-DA1FA2C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30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63FBB-81BD-0A4D-91B5-A85AB48C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216D6F-2D6E-6540-BAC4-79C975A3B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164162-73DE-4346-9DA0-DB33869DB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B2A1A1-EE4D-FE49-AE7E-1F2D4B6A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2D4147-B54C-7047-9EC4-C05A1A7C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96FE4-1AE5-7046-8506-565CEBF9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76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8D11E-9E4A-3540-A4B5-1CC01656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B0C41A-2EF9-404E-83D1-42BB0BF34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C7E4FC-5FF6-5042-9357-5E344CCE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D6927-085D-5542-87D2-4FDDED874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3C2827-1C55-1C42-8AA4-5891335D1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0542D0-B845-9643-971F-9ECF344D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7EA025-DB51-9143-90B4-3B42ACA5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62E871-28CD-6C4D-B453-56DAD2B3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6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C77DE-8403-B143-9919-0969EFE6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4518EF-C919-E341-ACA4-BD11DCB9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B5D08F-D137-9242-A6CE-12369B51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549CC1-AF63-9747-B269-9A5E0BF2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02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FEDA38-4A5A-064A-A539-55C8747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42BDF32-3320-064A-998A-5738EC33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98BBE-797F-3241-95B0-3620A9BB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8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EDF29-FF99-104D-8252-0BA7E013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CDD73-4844-4544-8A70-DDE18453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08016D-F8A0-9E4E-941A-C7719C30D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BD751-3396-9C4C-A2A1-5727E2C8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9F3F79-9CB9-A641-AFB8-7512AF2B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E4D0BF-3BAE-B148-A17F-DA91AFDD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1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AE2F9-3B68-CE46-AEFF-0AD65ADA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E2FAB6-D3CE-A74C-86F6-D03DCAD1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7776F8-E8BD-3841-9B73-2AECCB21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BBADC7-AC4E-1445-AA45-C206A7B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BD32FF-4863-7E4E-910E-DF86BDE9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861AFD-03BD-7B41-AB14-639D4709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5179-0DBD-C949-95D5-39DBCE99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41F0A6-6197-6C48-A88B-73B70F345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85BBC5-94CD-984E-9099-215BC345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2DB44-922D-5240-BA88-57EA6C0C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B2C57-8E53-174E-A9B3-4DAF6FAD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75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649199-9925-2249-ADDE-3EF894F56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s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A2B5C-AA7C-4742-A6C3-BB2CE6BFC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DEE47D-BB08-B74B-B78C-F293520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556FB-B808-CC4E-8563-82FFDAC5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563D2-3993-2441-A0F2-358CCA0D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8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D18CBC2-16F6-324B-A575-D37E1DC500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025" y="890588"/>
            <a:ext cx="4160838" cy="4443412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ES" dirty="0"/>
              <a:t>Place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09F931-487A-964D-83F0-C6A7A4A0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823D-2D9F-DB49-8802-A8B7A5F88D0B}" type="datetimeFigureOut">
              <a:rPr lang="es-ES" smtClean="0"/>
              <a:pPr/>
              <a:t>11/12/2025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669585-D199-5F47-B8EA-C3DA44AA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FC63FA-F5A3-B840-862E-58AE7DF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co de bloque 6">
            <a:extLst>
              <a:ext uri="{FF2B5EF4-FFF2-40B4-BE49-F238E27FC236}">
                <a16:creationId xmlns:a16="http://schemas.microsoft.com/office/drawing/2014/main" id="{96A0CAE5-9B27-F147-A753-A9F2097714D3}"/>
              </a:ext>
            </a:extLst>
          </p:cNvPr>
          <p:cNvSpPr/>
          <p:nvPr/>
        </p:nvSpPr>
        <p:spPr>
          <a:xfrm rot="13500000">
            <a:off x="9815252" y="-1952829"/>
            <a:ext cx="4178709" cy="4178709"/>
          </a:xfrm>
          <a:prstGeom prst="blockArc">
            <a:avLst>
              <a:gd name="adj1" fmla="val 12175664"/>
              <a:gd name="adj2" fmla="val 19150979"/>
              <a:gd name="adj3" fmla="val 14003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24BD42-EED4-5748-8AB5-A7D98C5C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60F54-46E1-1C4F-8154-8F24F4A0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E1D91-314E-BF4E-A647-6F58642F9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D8D1823D-2D9F-DB49-8802-A8B7A5F88D0B}" type="datetimeFigureOut">
              <a:rPr lang="es-ES" smtClean="0"/>
              <a:pPr/>
              <a:t>11/12/2025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84DED-C2FE-BC40-B45D-B15310D09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56F184-9C49-D64E-9E75-D24CF620D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Quicksand" pitchFamily="2" charset="77"/>
              </a:defRPr>
            </a:lvl1pPr>
          </a:lstStyle>
          <a:p>
            <a:fld id="{06C751CE-FC6A-FB4F-AB92-D59402B8D7D4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44A2EE-790B-B947-A310-3DFCDC81E104}"/>
              </a:ext>
            </a:extLst>
          </p:cNvPr>
          <p:cNvSpPr/>
          <p:nvPr/>
        </p:nvSpPr>
        <p:spPr>
          <a:xfrm rot="18900000">
            <a:off x="11667102" y="2463060"/>
            <a:ext cx="276103" cy="276103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9" name="Arco de bloque 8">
            <a:extLst>
              <a:ext uri="{FF2B5EF4-FFF2-40B4-BE49-F238E27FC236}">
                <a16:creationId xmlns:a16="http://schemas.microsoft.com/office/drawing/2014/main" id="{A4DA8A26-AC02-D04F-AEBE-9CA324BABF22}"/>
              </a:ext>
            </a:extLst>
          </p:cNvPr>
          <p:cNvSpPr/>
          <p:nvPr/>
        </p:nvSpPr>
        <p:spPr>
          <a:xfrm rot="2547369">
            <a:off x="-3427402" y="4403521"/>
            <a:ext cx="4178709" cy="4178709"/>
          </a:xfrm>
          <a:prstGeom prst="blockArc">
            <a:avLst>
              <a:gd name="adj1" fmla="val 15623230"/>
              <a:gd name="adj2" fmla="val 17991358"/>
              <a:gd name="adj3" fmla="val 7748"/>
            </a:avLst>
          </a:prstGeom>
          <a:solidFill>
            <a:schemeClr val="tx2">
              <a:lumMod val="60000"/>
              <a:lumOff val="4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solidFill>
                <a:schemeClr val="tx1"/>
              </a:solidFill>
              <a:latin typeface="Quicksand" pitchFamily="2" charset="77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27D9A8-90B1-DD4F-AE7A-A02AFE844D99}"/>
              </a:ext>
            </a:extLst>
          </p:cNvPr>
          <p:cNvSpPr/>
          <p:nvPr/>
        </p:nvSpPr>
        <p:spPr>
          <a:xfrm rot="18900000">
            <a:off x="11136488" y="2796917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357E6D-7A37-9A4C-AD31-02FF40405044}"/>
              </a:ext>
            </a:extLst>
          </p:cNvPr>
          <p:cNvSpPr/>
          <p:nvPr/>
        </p:nvSpPr>
        <p:spPr>
          <a:xfrm rot="18900000">
            <a:off x="415827" y="6321602"/>
            <a:ext cx="180026" cy="180026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E75985-96EF-9E44-B081-B42D41A3B8ED}"/>
              </a:ext>
            </a:extLst>
          </p:cNvPr>
          <p:cNvSpPr/>
          <p:nvPr/>
        </p:nvSpPr>
        <p:spPr>
          <a:xfrm rot="18900000">
            <a:off x="700835" y="4740949"/>
            <a:ext cx="113797" cy="113797"/>
          </a:xfrm>
          <a:prstGeom prst="rect">
            <a:avLst/>
          </a:prstGeom>
          <a:solidFill>
            <a:schemeClr val="tx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0" i="0" dirty="0">
              <a:latin typeface="Quicks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91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Quicksan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Quicksan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Quicksan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Quicksand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56AA8C-436A-C635-C3C7-9CE22951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405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B6AF2-DE10-AA05-E322-769B13BE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701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nchmark-Free-Template-by-Slidecore-klehd8">
  <a:themeElements>
    <a:clrScheme name="Personalizados 14">
      <a:dk1>
        <a:srgbClr val="445469"/>
      </a:dk1>
      <a:lt1>
        <a:srgbClr val="30B29A"/>
      </a:lt1>
      <a:dk2>
        <a:srgbClr val="44546A"/>
      </a:dk2>
      <a:lt2>
        <a:srgbClr val="FFFD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Benchmark-Free-Template-by-Slidecore-klehd8</Template>
  <TotalTime>34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Arial</vt:lpstr>
      <vt:lpstr>Quicksand</vt:lpstr>
      <vt:lpstr>Benchmark-Free-Template-by-Slidecore-klehd8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geesheen wu</cp:lastModifiedBy>
  <cp:revision>6</cp:revision>
  <dcterms:created xsi:type="dcterms:W3CDTF">2025-11-06T10:24:41Z</dcterms:created>
  <dcterms:modified xsi:type="dcterms:W3CDTF">2025-12-11T11:01:30Z</dcterms:modified>
</cp:coreProperties>
</file>
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Microsoft JhengHei"/>
              </a:defRPr>
            </a:pPr>
            <a:r>
              <a:t>溫室氣體排放盤查表 (範疇 1-3)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Microsoft JhengHei"/>
              </a:defRPr>
            </a:pPr>
            <a:r>
              <a:t>資料年度: 2024 | 單位: tCO₂e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28016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範疇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排放來源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排放量</a:t>
                      </a:r>
                    </a:p>
                    <a:p>
                      <a:r>
                        <a:t>(tCO₂e)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備註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範疇一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汽油（公務車）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10.47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估算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冷媒（R-410A）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1.16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維護估算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  <a:r>
                        <a:t>小計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  <a:r>
                        <a:t>11.63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範疇二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外購電力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116.35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佔總排放90.9%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  <a:r>
                        <a:t>小計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  <a:r>
                        <a:t>116.35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範疇三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採購商品與服務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暫未納入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運輸配送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暫未納入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  <a:r>
                        <a:t>小計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  <a: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  <a:r>
                        <a:t>127.98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icrosoft JhengHe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
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1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BF0"/>
    <a:srgbClr val="F2FBEE"/>
    <a:srgbClr val="FFDDD2"/>
    <a:srgbClr val="F1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2"/>
    <p:restoredTop sz="96942"/>
  </p:normalViewPr>
  <p:slideViewPr>
    <p:cSldViewPr snapToGrid="0" snapToObjects="1">
      <p:cViewPr>
        <p:scale>
          <a:sx n="75" d="100"/>
          <a:sy n="75" d="100"/>
        </p:scale>
        <p:origin x="-228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F812A206-F29C-814E-ACE5-41289620B312}" type="datetimeFigureOut">
              <a:rPr lang="es-ES" smtClean="0"/>
              <a:pPr/>
              <a:t>09/11/2025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3BDD395A-2196-A64B-B93A-4264BD267AB0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276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6AE7ADC-D275-8A43-8AC8-950C4DC4E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ECE78006-E0F4-5042-9C9F-9406861C22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err="1"/>
              <a:t>casascascascascs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9685AD26-6FAB-4645-BF21-C1C535AD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373F0551-C1CA-DC44-B292-3828D4D7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C9CAA3FA-0129-0A4A-BF10-CB8CE073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53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0C503EA-62AE-404C-AB92-DC34A999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74B10C46-F90A-D24B-A667-3BC4CE7E1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F32C51C9-D576-B749-A39D-1203EE43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916B9092-A57F-004B-9A36-240512AA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629E7C44-6812-6541-AAD8-C1289205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196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FFB884A-4567-0E47-AFB3-12A5D831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465856D5-0C47-DA41-860B-A6184EFB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CCB4E0A-8E46-1846-91B9-906DB741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456CAA9C-4958-A841-8C16-D113AF79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C9DDBD18-6A3D-4044-9BAE-DA1FA2C9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30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0F63FBB-81BD-0A4D-91B5-A85AB48C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91216D6F-2D6E-6540-BAC4-79C975A3B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35164162-73DE-4346-9DA0-DB33869DB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44B2A1A1-EE4D-FE49-AE7E-1F2D4B6A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7F2D4147-B54C-7047-9EC4-C05A1A7C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1AE96FE4-1AE5-7046-8506-565CEBF9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376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58D11E-9E4A-3540-A4B5-1CC01656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77B0C41A-2EF9-404E-83D1-42BB0BF34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F0C7E4FC-5FF6-5042-9357-5E344CCE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E47D6927-085D-5542-87D2-4FDDED874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3A3C2827-1C55-1C42-8AA4-5891335D1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490542D0-B845-9643-971F-9ECF344D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087EA025-DB51-9143-90B4-3B42ACA5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4562E871-28CD-6C4D-B453-56DAD2B3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6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14C77DE-8403-B143-9919-0969EFE6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004518EF-C919-E341-ACA4-BD11DCB9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D3B5D08F-D137-9242-A6CE-12369B51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4D549CC1-AF63-9747-B269-9A5E0BF2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02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69FEDA38-4A5A-064A-A539-55C8747D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C42BDF32-3320-064A-998A-5738EC33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C7D98BBE-797F-3241-95B0-3620A9BB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985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3CEDF29-FF99-104D-8252-0BA7E013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3AECDD73-4844-4544-8A70-DDE184533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A908016D-F8A0-9E4E-941A-C7719C30D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9DFBD751-3396-9C4C-A2A1-5727E2C8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BD9F3F79-9CB9-A641-AFB8-7512AF2B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ABE4D0BF-3BAE-B148-A17F-DA91AFDD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18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B5AE2F9-3B68-CE46-AEFF-0AD65ADA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45E2FAB6-D3CE-A74C-86F6-D03DCAD1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957776F8-E8BD-3841-9B73-2AECCB21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C4BBADC7-AC4E-1445-AA45-C206A7B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07BD32FF-4863-7E4E-910E-DF86BDE9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45861AFD-03BD-7B41-AB14-639D4709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8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4C5179-0DBD-C949-95D5-39DBCE99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E041F0A6-6197-6C48-A88B-73B70F345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0E85BBC5-94CD-984E-9099-215BC345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8CC2DB44-922D-5240-BA88-57EA6C0C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D27B2C57-8E53-174E-A9B3-4DAF6FAD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75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AF649199-9925-2249-ADDE-3EF894F56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0B3A2B5C-AA7C-4742-A6C3-BB2CE6BFC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BDEE47D-BB08-B74B-B78C-F293520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09/11/2025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20D556FB-B808-CC4E-8563-82FFDAC5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C33563D2-3993-2441-A0F2-358CCA0D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84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="" xmlns:a16="http://schemas.microsoft.com/office/drawing/2014/main" id="{8D18CBC2-16F6-324B-A575-D37E1DC500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025" y="890588"/>
            <a:ext cx="4160838" cy="4443412"/>
          </a:xfr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s-ES" dirty="0"/>
              <a:t>Place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8709F931-487A-964D-83F0-C6A7A4A0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pPr/>
              <a:t>09/11/2025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64669585-D199-5F47-B8EA-C3DA44AA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3AFC63FA-F5A3-B840-862E-58AE7DFC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9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de bloque 6">
            <a:extLst>
              <a:ext uri="{FF2B5EF4-FFF2-40B4-BE49-F238E27FC236}">
                <a16:creationId xmlns="" xmlns:a16="http://schemas.microsoft.com/office/drawing/2014/main" id="{96A0CAE5-9B27-F147-A753-A9F2097714D3}"/>
              </a:ext>
            </a:extLst>
          </p:cNvPr>
          <p:cNvSpPr/>
          <p:nvPr/>
        </p:nvSpPr>
        <p:spPr>
          <a:xfrm rot="13500000">
            <a:off x="9815252" y="-1952829"/>
            <a:ext cx="4178709" cy="4178709"/>
          </a:xfrm>
          <a:prstGeom prst="blockArc">
            <a:avLst>
              <a:gd name="adj1" fmla="val 12175664"/>
              <a:gd name="adj2" fmla="val 19150979"/>
              <a:gd name="adj3" fmla="val 14003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2E24BD42-EED4-5748-8AB5-A7D98C5C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62360F54-46E1-1C4F-8154-8F24F4A0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74E1D91-314E-BF4E-A647-6F58642F9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D8D1823D-2D9F-DB49-8802-A8B7A5F88D0B}" type="datetimeFigureOut">
              <a:rPr lang="es-ES" smtClean="0"/>
              <a:pPr/>
              <a:t>09/11/2025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1ED84DED-C2FE-BC40-B45D-B15310D09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0756F184-9C49-D64E-9E75-D24CF620D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="" xmlns:a16="http://schemas.microsoft.com/office/drawing/2014/main" id="{5B44A2EE-790B-B947-A310-3DFCDC81E104}"/>
              </a:ext>
            </a:extLst>
          </p:cNvPr>
          <p:cNvSpPr/>
          <p:nvPr/>
        </p:nvSpPr>
        <p:spPr>
          <a:xfrm rot="18900000">
            <a:off x="11667102" y="2463060"/>
            <a:ext cx="276103" cy="276103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9" name="Arco de bloque 8">
            <a:extLst>
              <a:ext uri="{FF2B5EF4-FFF2-40B4-BE49-F238E27FC236}">
                <a16:creationId xmlns="" xmlns:a16="http://schemas.microsoft.com/office/drawing/2014/main" id="{A4DA8A26-AC02-D04F-AEBE-9CA324BABF22}"/>
              </a:ext>
            </a:extLst>
          </p:cNvPr>
          <p:cNvSpPr/>
          <p:nvPr/>
        </p:nvSpPr>
        <p:spPr>
          <a:xfrm rot="2547369">
            <a:off x="-3427402" y="4403521"/>
            <a:ext cx="4178709" cy="4178709"/>
          </a:xfrm>
          <a:prstGeom prst="blockArc">
            <a:avLst>
              <a:gd name="adj1" fmla="val 15623230"/>
              <a:gd name="adj2" fmla="val 17991358"/>
              <a:gd name="adj3" fmla="val 7748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F627D9A8-90B1-DD4F-AE7A-A02AFE844D99}"/>
              </a:ext>
            </a:extLst>
          </p:cNvPr>
          <p:cNvSpPr/>
          <p:nvPr/>
        </p:nvSpPr>
        <p:spPr>
          <a:xfrm rot="18900000">
            <a:off x="11136488" y="2796917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6E357E6D-7A37-9A4C-AD31-02FF40405044}"/>
              </a:ext>
            </a:extLst>
          </p:cNvPr>
          <p:cNvSpPr/>
          <p:nvPr/>
        </p:nvSpPr>
        <p:spPr>
          <a:xfrm rot="18900000">
            <a:off x="415827" y="6321602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C1E75985-96EF-9E44-B081-B42D41A3B8ED}"/>
              </a:ext>
            </a:extLst>
          </p:cNvPr>
          <p:cNvSpPr/>
          <p:nvPr/>
        </p:nvSpPr>
        <p:spPr>
          <a:xfrm rot="18900000">
            <a:off x="700835" y="4740949"/>
            <a:ext cx="113797" cy="113797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913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Quicksan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Quicksand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Quicksand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="" xmlns:a16="http://schemas.microsoft.com/office/drawing/2014/main" id="{1D52D614-1BDB-C44A-989E-3E780E74F33C}"/>
              </a:ext>
            </a:extLst>
          </p:cNvPr>
          <p:cNvCxnSpPr>
            <a:cxnSpLocks/>
          </p:cNvCxnSpPr>
          <p:nvPr/>
        </p:nvCxnSpPr>
        <p:spPr>
          <a:xfrm>
            <a:off x="6086271" y="818725"/>
            <a:ext cx="1" cy="6039275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0A907DD-E0F3-574D-9702-0B0E6A03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21" y="135082"/>
            <a:ext cx="4957387" cy="561109"/>
          </a:xfrm>
        </p:spPr>
        <p:txBody>
          <a:bodyPr>
            <a:normAutofit/>
          </a:bodyPr>
          <a:lstStyle/>
          <a:p>
            <a:endParaRPr lang="es-ES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B29B662C-B55B-E14C-A874-EA8A90F68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549"/>
            <a:ext cx="4866409" cy="547033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1300" dirty="0"/>
              <a:t/>
            </a:r>
            <a:br>
              <a:rPr lang="es-ES" sz="1300" dirty="0"/>
            </a:br>
            <a:endParaRPr lang="es-ES" sz="13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="" xmlns:a16="http://schemas.microsoft.com/office/drawing/2014/main" id="{7778230F-54DC-2E4C-870B-4B5FA4A1F3D8}"/>
              </a:ext>
            </a:extLst>
          </p:cNvPr>
          <p:cNvSpPr txBox="1">
            <a:spLocks/>
          </p:cNvSpPr>
          <p:nvPr/>
        </p:nvSpPr>
        <p:spPr>
          <a:xfrm>
            <a:off x="6363510" y="956733"/>
            <a:ext cx="5500579" cy="5388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Quicksand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Quicksand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Quicksand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Quicksand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Quicksand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s-ES" sz="1300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="" xmlns:a16="http://schemas.microsoft.com/office/drawing/2014/main" id="{7356D400-D28A-D64A-92B8-385DE455CC47}"/>
              </a:ext>
            </a:extLst>
          </p:cNvPr>
          <p:cNvCxnSpPr>
            <a:cxnSpLocks/>
          </p:cNvCxnSpPr>
          <p:nvPr/>
        </p:nvCxnSpPr>
        <p:spPr>
          <a:xfrm flipH="1">
            <a:off x="-9729" y="818725"/>
            <a:ext cx="12192000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="" xmlns:a16="http://schemas.microsoft.com/office/drawing/2014/main" id="{D989C497-8F09-964A-9206-982D362B5386}"/>
              </a:ext>
            </a:extLst>
          </p:cNvPr>
          <p:cNvSpPr/>
          <p:nvPr/>
        </p:nvSpPr>
        <p:spPr>
          <a:xfrm>
            <a:off x="5557714" y="3972086"/>
            <a:ext cx="1057115" cy="105711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0644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DB7851CF-055C-4442-AD54-9D9C3C73E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0" y="1157789"/>
            <a:ext cx="5402117" cy="52326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ES" sz="1600" dirty="0"/>
          </a:p>
          <a:p>
            <a:endParaRPr lang="es-ES" sz="1600" dirty="0"/>
          </a:p>
        </p:txBody>
      </p:sp>
      <p:sp>
        <p:nvSpPr>
          <p:cNvPr id="5" name="Elipse 4">
            <a:extLst>
              <a:ext uri="{FF2B5EF4-FFF2-40B4-BE49-F238E27FC236}">
                <a16:creationId xmlns="" xmlns:a16="http://schemas.microsoft.com/office/drawing/2014/main" id="{1E3B7926-CDC0-1B48-9FCA-5B5FB91B61A4}"/>
              </a:ext>
            </a:extLst>
          </p:cNvPr>
          <p:cNvSpPr/>
          <p:nvPr/>
        </p:nvSpPr>
        <p:spPr>
          <a:xfrm>
            <a:off x="1142996" y="2299107"/>
            <a:ext cx="2788755" cy="2788755"/>
          </a:xfrm>
          <a:prstGeom prst="ellipse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latin typeface="Quicksand" pitchFamily="2" charset="77"/>
            </a:endParaRPr>
          </a:p>
        </p:txBody>
      </p:sp>
      <p:sp>
        <p:nvSpPr>
          <p:cNvPr id="99" name="Título 1">
            <a:extLst>
              <a:ext uri="{FF2B5EF4-FFF2-40B4-BE49-F238E27FC236}">
                <a16:creationId xmlns="" xmlns:a16="http://schemas.microsoft.com/office/drawing/2014/main" id="{60A907DD-E0F3-574D-9702-0B0E6A03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21" y="135082"/>
            <a:ext cx="5518111" cy="561109"/>
          </a:xfrm>
        </p:spPr>
        <p:txBody>
          <a:bodyPr>
            <a:normAutofit/>
          </a:bodyPr>
          <a:lstStyle/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48084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nchmark-Free-Template-by-Slidecore-klehd8">
  <a:themeElements>
    <a:clrScheme name="Personalizados 14">
      <a:dk1>
        <a:srgbClr val="445469"/>
      </a:dk1>
      <a:lt1>
        <a:srgbClr val="30B29A"/>
      </a:lt1>
      <a:dk2>
        <a:srgbClr val="44546A"/>
      </a:dk2>
      <a:lt2>
        <a:srgbClr val="FFFD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Benchmark-Free-Template-by-Slidecore-klehd8</Template>
  <TotalTime>32</TotalTime>
  <Words>0</Words>
  <Application>Microsoft Office PowerPoint</Application>
  <PresentationFormat>自訂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新細明體</vt:lpstr>
      <vt:lpstr>Quicksand</vt:lpstr>
      <vt:lpstr>Benchmark-Free-Template-by-Slidecore-klehd8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4</cp:revision>
  <dcterms:created xsi:type="dcterms:W3CDTF">2025-11-06T10:24:41Z</dcterms:created>
  <dcterms:modified xsi:type="dcterms:W3CDTF">2025-11-09T10:17:38Z</dcterms:modified>
</cp:coreProperties>
</file>
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弧形 7">
            <a:extLst>
              <a:ext uri="{FF2B5EF4-FFF2-40B4-BE49-F238E27FC236}">
                <a16:creationId xmlns:a16="http://schemas.microsoft.com/office/drawing/2014/main" id="{4BCFFA3A-05B2-D29F-A920-10540ACF8CF0}"/>
              </a:ext>
            </a:extLst>
          </p:cNvPr>
          <p:cNvSpPr/>
          <p:nvPr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F63D3C8C-558E-AD98-BB8B-59FF8364E034}"/>
              </a:ext>
            </a:extLst>
          </p:cNvPr>
          <p:cNvSpPr/>
          <p:nvPr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A0ED70EE-C89D-FC5C-0D69-E5637666814C}"/>
              </a:ext>
            </a:extLst>
          </p:cNvPr>
          <p:cNvSpPr/>
          <p:nvPr/>
        </p:nvSpPr>
        <p:spPr>
          <a:xfrm>
            <a:off x="613719" y="4534930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2806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